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320" r:id="rId2"/>
    <p:sldId id="321" r:id="rId3"/>
    <p:sldId id="258" r:id="rId4"/>
    <p:sldId id="312" r:id="rId5"/>
    <p:sldId id="259" r:id="rId6"/>
    <p:sldId id="313" r:id="rId7"/>
    <p:sldId id="314" r:id="rId8"/>
    <p:sldId id="315" r:id="rId9"/>
    <p:sldId id="317" r:id="rId10"/>
    <p:sldId id="31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F6F6"/>
    <a:srgbClr val="3399FF"/>
    <a:srgbClr val="E127C6"/>
    <a:srgbClr val="0066FF"/>
    <a:srgbClr val="FF9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80" d="100"/>
          <a:sy n="80" d="100"/>
        </p:scale>
        <p:origin x="-924" y="-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69" d="100"/>
          <a:sy n="69" d="100"/>
        </p:scale>
        <p:origin x="-2838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EE1792-CA18-4AD7-B331-3757419E1D43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F01E42-DC09-4482-BF2F-E7327C5EAF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22136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76B5D0-935B-4440-98B0-0E2F43536911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B4A378-B8A7-4552-979A-30CB766516D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4096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4A378-B8A7-4552-979A-30CB766516DB}" type="slidenum">
              <a:rPr lang="en-US" smtClean="0"/>
              <a:pPr/>
              <a:t>1</a:t>
            </a:fld>
            <a:endParaRPr 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4A378-B8A7-4552-979A-30CB766516DB}" type="slidenum">
              <a:rPr lang="en-US" smtClean="0"/>
              <a:pPr/>
              <a:t>3</a:t>
            </a:fld>
            <a:endParaRPr 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4A378-B8A7-4552-979A-30CB766516DB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4A378-B8A7-4552-979A-30CB766516DB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4A378-B8A7-4552-979A-30CB766516DB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CB4A378-B8A7-4552-979A-30CB766516DB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Rectangle 15"/>
          <p:cNvSpPr>
            <a:spLocks noChangeArrowheads="1"/>
          </p:cNvSpPr>
          <p:nvPr userDrawn="1"/>
        </p:nvSpPr>
        <p:spPr bwMode="auto">
          <a:xfrm>
            <a:off x="0" y="0"/>
            <a:ext cx="9144000" cy="368617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noFill/>
            <a:miter lim="800000"/>
            <a:headEnd/>
            <a:tailEnd/>
          </a:ln>
          <a:effectLst/>
        </p:spPr>
        <p:txBody>
          <a:bodyPr wrap="none" lIns="457200" tIns="457200" rIns="457200" bIns="914400" anchor="b"/>
          <a:lstStyle/>
          <a:p>
            <a:endParaRPr lang="en-US" sz="3600">
              <a:solidFill>
                <a:schemeClr val="bg1"/>
              </a:solidFill>
              <a:latin typeface="Verdana" pitchFamily="34" charset="0"/>
            </a:endParaRPr>
          </a:p>
        </p:txBody>
      </p:sp>
      <p:pic>
        <p:nvPicPr>
          <p:cNvPr id="7" name="Picture 2" descr="C:\Users\ovunc\Desktop\Revo_prs\LOGOtrs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4419600"/>
            <a:ext cx="6191250" cy="12573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90600" y="152401"/>
            <a:ext cx="7162800" cy="914399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C:\Users\ovunc\Desktop\Revo_prs\LOGOtrs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6324600"/>
            <a:ext cx="1905000" cy="38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8229600" cy="914400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2" descr="C:\Users\ovunc\Desktop\Revo_prs\LOGOtrs.jpg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1800" y="6324600"/>
            <a:ext cx="1905000" cy="3868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>
            <a:spLocks noChangeArrowheads="1"/>
          </p:cNvSpPr>
          <p:nvPr userDrawn="1"/>
        </p:nvSpPr>
        <p:spPr bwMode="auto">
          <a:xfrm>
            <a:off x="0" y="6427788"/>
            <a:ext cx="9144000" cy="442912"/>
          </a:xfrm>
          <a:prstGeom prst="rect">
            <a:avLst/>
          </a:prstGeom>
          <a:solidFill>
            <a:schemeClr val="bg1"/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08911D-CA66-4B0B-8E09-B43FCACF85BD}" type="datetimeFigureOut">
              <a:rPr lang="en-US" smtClean="0"/>
              <a:pPr/>
              <a:t>7/11/2014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685481-7DE0-4857-B534-171D28F87F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3"/>
          <p:cNvSpPr>
            <a:spLocks noChangeArrowheads="1"/>
          </p:cNvSpPr>
          <p:nvPr userDrawn="1"/>
        </p:nvSpPr>
        <p:spPr bwMode="auto">
          <a:xfrm>
            <a:off x="0" y="0"/>
            <a:ext cx="9144000" cy="942975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905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81000" y="7620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0" name="Oval 9"/>
          <p:cNvSpPr/>
          <p:nvPr userDrawn="1"/>
        </p:nvSpPr>
        <p:spPr bwMode="auto">
          <a:xfrm>
            <a:off x="243841" y="228600"/>
            <a:ext cx="762000" cy="838200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Oval 10"/>
          <p:cNvSpPr/>
          <p:nvPr userDrawn="1"/>
        </p:nvSpPr>
        <p:spPr bwMode="auto">
          <a:xfrm>
            <a:off x="674589" y="1435536"/>
            <a:ext cx="377308" cy="415039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Oval 11"/>
          <p:cNvSpPr/>
          <p:nvPr userDrawn="1"/>
        </p:nvSpPr>
        <p:spPr>
          <a:xfrm>
            <a:off x="1156447" y="967292"/>
            <a:ext cx="215153" cy="236668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52600" y="1752600"/>
            <a:ext cx="60198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 smtClean="0">
                <a:solidFill>
                  <a:schemeClr val="accent6">
                    <a:lumMod val="75000"/>
                  </a:schemeClr>
                </a:solidFill>
              </a:rPr>
              <a:t>revo</a:t>
            </a:r>
            <a:r>
              <a:rPr lang="en-US" sz="9600" dirty="0" err="1" smtClean="0">
                <a:solidFill>
                  <a:schemeClr val="accent5">
                    <a:lumMod val="75000"/>
                  </a:schemeClr>
                </a:solidFill>
              </a:rPr>
              <a:t>tas</a:t>
            </a:r>
            <a:r>
              <a:rPr lang="en-US" sz="9600" dirty="0" smtClean="0"/>
              <a:t> </a:t>
            </a:r>
            <a:r>
              <a:rPr lang="tr-TR" sz="8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HTML</a:t>
            </a:r>
          </a:p>
          <a:p>
            <a:pPr algn="ctr"/>
            <a:r>
              <a:rPr lang="tr-TR" sz="8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Kullanımı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4260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tr-TR" sz="2000" dirty="0" smtClean="0"/>
              <a:t>Mail gönderimindeki HTML ve Web sitesindeki HTML arasındaki fark</a:t>
            </a:r>
          </a:p>
          <a:p>
            <a:r>
              <a:rPr lang="tr-TR" sz="2000" dirty="0" smtClean="0"/>
              <a:t>Mail Formatları</a:t>
            </a:r>
          </a:p>
          <a:p>
            <a:r>
              <a:rPr lang="tr-TR" sz="2000" dirty="0" smtClean="0"/>
              <a:t>Desteklenen diller</a:t>
            </a:r>
          </a:p>
          <a:p>
            <a:endParaRPr lang="tr-TR" sz="2000" dirty="0"/>
          </a:p>
        </p:txBody>
      </p:sp>
    </p:spTree>
    <p:extLst>
      <p:ext uri="{BB962C8B-B14F-4D97-AF65-F5344CB8AC3E}">
        <p14:creationId xmlns:p14="http://schemas.microsoft.com/office/powerpoint/2010/main" val="3340250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 smtClean="0"/>
              <a:t> 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1752600" y="1752600"/>
            <a:ext cx="60198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600" dirty="0" err="1" smtClean="0">
                <a:solidFill>
                  <a:schemeClr val="accent6">
                    <a:lumMod val="75000"/>
                  </a:schemeClr>
                </a:solidFill>
              </a:rPr>
              <a:t>revo</a:t>
            </a:r>
            <a:r>
              <a:rPr lang="en-US" sz="9600" dirty="0" err="1" smtClean="0">
                <a:solidFill>
                  <a:schemeClr val="accent5">
                    <a:lumMod val="75000"/>
                  </a:schemeClr>
                </a:solidFill>
              </a:rPr>
              <a:t>tas</a:t>
            </a:r>
            <a:r>
              <a:rPr lang="en-US" sz="9600" dirty="0" smtClean="0"/>
              <a:t> </a:t>
            </a:r>
            <a:r>
              <a:rPr lang="tr-TR" sz="88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Mobil</a:t>
            </a:r>
            <a:br>
              <a:rPr lang="tr-TR" sz="8800" dirty="0">
                <a:solidFill>
                  <a:schemeClr val="tx1">
                    <a:lumMod val="75000"/>
                    <a:lumOff val="25000"/>
                  </a:schemeClr>
                </a:solidFill>
              </a:rPr>
            </a:br>
            <a:r>
              <a:rPr lang="tr-TR" sz="88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Entegrasyon</a:t>
            </a:r>
            <a:endParaRPr lang="en-US" sz="88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tr-TR" sz="2100" dirty="0" smtClean="0"/>
          </a:p>
          <a:p>
            <a:r>
              <a:rPr lang="tr-TR" sz="2400" dirty="0" smtClean="0"/>
              <a:t>Mobilin Önemi</a:t>
            </a:r>
          </a:p>
          <a:p>
            <a:r>
              <a:rPr lang="tr-TR" sz="2400" dirty="0" smtClean="0"/>
              <a:t>Mobil Hakkında Bilinmesi Gerekenler</a:t>
            </a:r>
          </a:p>
          <a:p>
            <a:r>
              <a:rPr lang="tr-TR" sz="2400" dirty="0"/>
              <a:t>Mobil </a:t>
            </a:r>
            <a:r>
              <a:rPr lang="tr-TR" sz="2400" dirty="0" smtClean="0"/>
              <a:t>istatistikleri</a:t>
            </a:r>
          </a:p>
          <a:p>
            <a:r>
              <a:rPr lang="tr-TR" sz="2400" dirty="0" smtClean="0"/>
              <a:t>Mobil Clientlar</a:t>
            </a:r>
          </a:p>
          <a:p>
            <a:r>
              <a:rPr lang="tr-TR" sz="2400" dirty="0" smtClean="0"/>
              <a:t>Mobil İçerikler</a:t>
            </a:r>
          </a:p>
          <a:p>
            <a:endParaRPr lang="en-US" sz="2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Mobilin Önemi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1905000"/>
            <a:ext cx="6934200" cy="42165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/>
              <a:t>Akıllı telefonlar ve tablet kullanımlarının yoğun olarak kullandığını düşünürsek bu tarz cihazlarda düzgün çalışması önemli olarak görünüyor</a:t>
            </a:r>
            <a:r>
              <a:rPr lang="tr-TR" sz="2000" dirty="0" smtClean="0"/>
              <a:t>.</a:t>
            </a:r>
          </a:p>
          <a:p>
            <a:endParaRPr lang="tr-TR" sz="2000" dirty="0"/>
          </a:p>
          <a:p>
            <a:r>
              <a:rPr lang="tr-TR" sz="2000" dirty="0" smtClean="0"/>
              <a:t>Şuan </a:t>
            </a:r>
            <a:r>
              <a:rPr lang="tr-TR" sz="2000" dirty="0"/>
              <a:t>çoğu firmalar akıllı telefon kullananlar için ayrı bir email kampanyası oluşturup atmaktadır.Yeni bir kodlama türüyle mobil kullanıcılarınıza ayrı bir kampanya yapmadan tek bir kampanya üzerinden mobil gönderimi yapabilirsiniz.</a:t>
            </a:r>
          </a:p>
          <a:p>
            <a:pPr algn="ctr">
              <a:buNone/>
            </a:pPr>
            <a:endParaRPr lang="en-US" sz="3600" dirty="0" smtClean="0"/>
          </a:p>
          <a:p>
            <a:pPr algn="ctr">
              <a:buNone/>
            </a:pPr>
            <a:endParaRPr lang="en-US" sz="3600" dirty="0" smtClean="0"/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Mobil istatistikleri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98637"/>
            <a:ext cx="8229600" cy="4525963"/>
          </a:xfrm>
        </p:spPr>
        <p:txBody>
          <a:bodyPr>
            <a:normAutofit/>
          </a:bodyPr>
          <a:lstStyle/>
          <a:p>
            <a:pPr lvl="0"/>
            <a:r>
              <a:rPr lang="tr-TR" sz="2000" dirty="0"/>
              <a:t>%72’i tasarımı kötüyse markaya bakmadan siliyor.</a:t>
            </a:r>
          </a:p>
          <a:p>
            <a:pPr lvl="0"/>
            <a:r>
              <a:rPr lang="tr-TR" sz="2000" b="1" dirty="0">
                <a:solidFill>
                  <a:srgbClr val="FF0000"/>
                </a:solidFill>
              </a:rPr>
              <a:t>%70’i mobil tasarım iyi değilse direk siliyor.</a:t>
            </a:r>
            <a:endParaRPr lang="tr-TR" sz="2000" dirty="0">
              <a:solidFill>
                <a:srgbClr val="FF0000"/>
              </a:solidFill>
            </a:endParaRPr>
          </a:p>
          <a:p>
            <a:pPr lvl="0"/>
            <a:r>
              <a:rPr lang="tr-TR" sz="2000" dirty="0"/>
              <a:t>%45’i emailin üstündeki bu emaili göremiyorsanıza tıklıyor, %48’i ise bazen tıklıyor.</a:t>
            </a:r>
          </a:p>
          <a:p>
            <a:pPr lvl="0"/>
            <a:r>
              <a:rPr lang="tr-TR" sz="2000" dirty="0"/>
              <a:t>%68’lik bir kullanıcı emailleri mobil üzerinden okuyor</a:t>
            </a:r>
            <a:r>
              <a:rPr lang="tr-TR" dirty="0"/>
              <a:t>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Mobil istatistikleri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r>
              <a:rPr lang="tr-TR" sz="1800" dirty="0" smtClean="0">
                <a:solidFill>
                  <a:srgbClr val="FF0000"/>
                </a:solidFill>
              </a:rPr>
              <a:t>Mobil İstatistikleri</a:t>
            </a:r>
            <a:endParaRPr lang="tr-TR" sz="1800" dirty="0">
              <a:solidFill>
                <a:srgbClr val="FF0000"/>
              </a:solidFill>
            </a:endParaRPr>
          </a:p>
        </p:txBody>
      </p:sp>
      <p:pic>
        <p:nvPicPr>
          <p:cNvPr id="1026" name="Picture 2" descr="C:\Users\Onur\Desktop\ScreenHunter_324 Jun. 19 11.25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2209800"/>
            <a:ext cx="2905125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7" name="Picture 3" descr="C:\Users\Onur\Desktop\ScreenHunter_326 Jun. 19 11.29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48894" y="2209800"/>
            <a:ext cx="3122411" cy="4048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tr-TR" dirty="0"/>
              <a:t>Mobil </a:t>
            </a:r>
            <a:r>
              <a:rPr lang="tr-TR" dirty="0" smtClean="0"/>
              <a:t>İçerikler</a:t>
            </a:r>
            <a:endParaRPr lang="tr-TR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tr-TR" sz="1800" dirty="0" smtClean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tr-TR" sz="1800" dirty="0" smtClean="0">
                <a:solidFill>
                  <a:srgbClr val="FF0000"/>
                </a:solidFill>
              </a:rPr>
              <a:t> Mobil içeriklerde iki türlü içerik hazırlayabiliyoruz.</a:t>
            </a:r>
          </a:p>
          <a:p>
            <a:pPr marL="0" indent="0">
              <a:buNone/>
            </a:pPr>
            <a:endParaRPr lang="tr-TR" dirty="0" smtClean="0"/>
          </a:p>
          <a:p>
            <a:r>
              <a:rPr lang="tr-TR" sz="1600" dirty="0" smtClean="0"/>
              <a:t>Hazırlanan HTML dosyasını Mobile çevirme</a:t>
            </a:r>
          </a:p>
          <a:p>
            <a:r>
              <a:rPr lang="tr-TR" sz="1600" dirty="0" smtClean="0"/>
              <a:t>Mobil kullanıcıları için ayrı içierik hazırlama</a:t>
            </a:r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141449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Mobil İçerikler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just">
              <a:buNone/>
            </a:pPr>
            <a:endParaRPr lang="tr-TR" sz="1800" dirty="0"/>
          </a:p>
          <a:p>
            <a:pPr marL="0" indent="0" algn="ctr">
              <a:buNone/>
            </a:pPr>
            <a:r>
              <a:rPr lang="tr-TR" sz="1800" dirty="0" smtClean="0">
                <a:solidFill>
                  <a:srgbClr val="FF0000"/>
                </a:solidFill>
              </a:rPr>
              <a:t>Hazırlanan bir içeriği mobil versiyona çevirme </a:t>
            </a:r>
          </a:p>
          <a:p>
            <a:pPr marL="0" indent="0" algn="just">
              <a:buNone/>
            </a:pPr>
            <a:endParaRPr lang="tr-TR" sz="1800" dirty="0"/>
          </a:p>
          <a:p>
            <a:pPr marL="0" indent="0">
              <a:buNone/>
            </a:pPr>
            <a:endParaRPr lang="tr-TR" dirty="0" smtClean="0"/>
          </a:p>
          <a:p>
            <a:pPr marL="0" indent="0">
              <a:buNone/>
            </a:pPr>
            <a:endParaRPr lang="tr-TR" dirty="0"/>
          </a:p>
        </p:txBody>
      </p:sp>
      <p:pic>
        <p:nvPicPr>
          <p:cNvPr id="2050" name="Picture 2" descr="C:\Users\Onur\Desktop\1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0" y="2819400"/>
            <a:ext cx="4762500" cy="3448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057400" y="2450068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 smtClean="0"/>
              <a:t>Desktop Görünüm</a:t>
            </a:r>
            <a:endParaRPr lang="tr-TR" dirty="0"/>
          </a:p>
        </p:txBody>
      </p:sp>
      <p:sp>
        <p:nvSpPr>
          <p:cNvPr id="6" name="TextBox 5"/>
          <p:cNvSpPr txBox="1"/>
          <p:nvPr/>
        </p:nvSpPr>
        <p:spPr>
          <a:xfrm>
            <a:off x="4953000" y="2450068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 smtClean="0"/>
              <a:t>Mobil Görünüm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450754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dirty="0"/>
              <a:t>Mobil İçerikler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7162800"/>
          </a:xfrm>
        </p:spPr>
        <p:txBody>
          <a:bodyPr/>
          <a:lstStyle/>
          <a:p>
            <a:pPr marL="0" indent="0">
              <a:buNone/>
            </a:pPr>
            <a:endParaRPr lang="tr-TR" sz="2000" dirty="0" smtClean="0"/>
          </a:p>
          <a:p>
            <a:pPr marL="0" indent="0" algn="ctr">
              <a:buNone/>
            </a:pPr>
            <a:r>
              <a:rPr lang="tr-TR" sz="1800" dirty="0" smtClean="0">
                <a:solidFill>
                  <a:srgbClr val="FF0000"/>
                </a:solidFill>
              </a:rPr>
              <a:t>Mobil </a:t>
            </a:r>
            <a:r>
              <a:rPr lang="tr-TR" sz="1800" dirty="0">
                <a:solidFill>
                  <a:srgbClr val="FF0000"/>
                </a:solidFill>
              </a:rPr>
              <a:t>kullanıcıları </a:t>
            </a:r>
            <a:r>
              <a:rPr lang="tr-TR" sz="1800" dirty="0" smtClean="0">
                <a:solidFill>
                  <a:srgbClr val="FF0000"/>
                </a:solidFill>
              </a:rPr>
              <a:t>için </a:t>
            </a:r>
            <a:r>
              <a:rPr lang="tr-TR" sz="1800" dirty="0">
                <a:solidFill>
                  <a:srgbClr val="FF0000"/>
                </a:solidFill>
              </a:rPr>
              <a:t>ayrı içierik </a:t>
            </a:r>
            <a:r>
              <a:rPr lang="tr-TR" sz="1800" dirty="0" smtClean="0">
                <a:solidFill>
                  <a:srgbClr val="FF0000"/>
                </a:solidFill>
              </a:rPr>
              <a:t>hazırlama </a:t>
            </a: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2895600"/>
            <a:ext cx="3886200" cy="367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98571" y="3276600"/>
            <a:ext cx="3476625" cy="24479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762000" y="2514600"/>
            <a:ext cx="312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 smtClean="0"/>
              <a:t>Desktop Görünüm</a:t>
            </a:r>
            <a:endParaRPr lang="tr-TR" dirty="0"/>
          </a:p>
        </p:txBody>
      </p:sp>
      <p:sp>
        <p:nvSpPr>
          <p:cNvPr id="5" name="TextBox 4"/>
          <p:cNvSpPr txBox="1"/>
          <p:nvPr/>
        </p:nvSpPr>
        <p:spPr>
          <a:xfrm>
            <a:off x="5257800" y="2699266"/>
            <a:ext cx="2667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dirty="0" smtClean="0"/>
              <a:t>Mobil Görünüm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165477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4122</TotalTime>
  <Words>181</Words>
  <Application>Microsoft Office PowerPoint</Application>
  <PresentationFormat>On-screen Show (4:3)</PresentationFormat>
  <Paragraphs>51</Paragraphs>
  <Slides>10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 </vt:lpstr>
      <vt:lpstr> </vt:lpstr>
      <vt:lpstr> </vt:lpstr>
      <vt:lpstr>PowerPoint Presentation</vt:lpstr>
      <vt:lpstr>Mobilin Önemi</vt:lpstr>
      <vt:lpstr>Mobil istatistikleri</vt:lpstr>
      <vt:lpstr>Mobil istatistikleri</vt:lpstr>
      <vt:lpstr>Mobil İçerikler</vt:lpstr>
      <vt:lpstr>Mobil İçerikler</vt:lpstr>
      <vt:lpstr>Mobil İçerikler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CaghanX</dc:creator>
  <cp:lastModifiedBy>Onur</cp:lastModifiedBy>
  <cp:revision>271</cp:revision>
  <dcterms:created xsi:type="dcterms:W3CDTF">2013-03-05T23:32:32Z</dcterms:created>
  <dcterms:modified xsi:type="dcterms:W3CDTF">2014-07-11T09:29:19Z</dcterms:modified>
</cp:coreProperties>
</file>